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Depth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Automation Integration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client engagement,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applications, copyright, entertainment law expertise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trademark applications and registrations credited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producers, directors, actors, authors, musicians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practice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website educational content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applications requiring force, pressure, acceleration measurement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technology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Acquired eso GmbH in 2017, fully merged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education, case studies, technical solutions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IntelliGate sensor technology, flow control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Long-standing customer relationships, 50+ years development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molding manufacturers seeking efficiency improvements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solutions and flow control for injection molding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client engagement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education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500+ trademark applications and registrations credited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Long-standing customer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applications requiring force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molding manufacturers seeking efficiency improvements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practice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technology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solutions and flow control for injection molding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Acquired eso GmbH in 2017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2026-04-13T14:42:20Z</dcterms:created>
  <dcterms:modified xsi:type="dcterms:W3CDTF">2026-04-13T14:42:20Z</dcterms:modified>
</cp:coreProperties>
</file>