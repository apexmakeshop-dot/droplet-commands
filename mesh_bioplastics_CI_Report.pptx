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Sustainability Integration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Intelligence Autonomy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registration with 500+ applications and registrations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 Avvo Rating, AV Preeminent Martindale-Hubbell rating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trademark and entertainment law practice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glossary content marketing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applications requiring force and acceleration sensors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Merged eso GmbH into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marketing, product education, consultative sales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 with IntelliGate sensor technology,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 injection molding manufacturers seeking efficiency gains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Mold a better tomorrow with advanced hot runner technology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IntelliGate Hot Runner with digital sensor technology launched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marketing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registration with 500+ applications and registrations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 with IntelliGate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 Avvo Rating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applications requiring force and acceleration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 injection molding manufacturers seeking efficiency gains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 trademark and entertainment law practice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Mold a better tomorrow with advanced hot runner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Merged eso GmbH into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IntelliGate Hot Runner with digital sensor technology launched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2026-04-13T14:35:20Z</dcterms:created>
  <dcterms:modified xsi:type="dcterms:W3CDTF">2026-04-13T14:35:20Z</dcterms:modified>
</cp:coreProperties>
</file>