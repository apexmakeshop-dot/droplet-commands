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vs. Process Optimization Focus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Intelligence vs. Standalone Functionality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professional referrals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Trademark, copyright, entertainment law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producers, directors, actors,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counsel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technical documentation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IEPE/ICP piezoelectric sensors with integrated electronics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applications requiring piezoelectric sensors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marketing, product demonstrations, consultative sales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IntelliGate, flow control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years developing hot runner technology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 injection molding manufacturers seeking efficiency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Innovative hot runner solutions for injection molding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 marketing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IEPE/ICP piezoelectric sensors with integrated electronics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50+ years developing hot runner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applications requiring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 injection molding manufacturers seeking efficiency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counsel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Innovative hot runner solutions for injection molding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2026-04-13T14:41:19Z</dcterms:created>
  <dcterms:modified xsi:type="dcterms:W3CDTF">2026-04-13T14:41:19Z</dcterms:modified>
</cp:coreProperties>
</file>