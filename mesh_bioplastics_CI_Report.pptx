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Science Innovation vs. Process Engineering Focus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Integrated Intelligence Embedded vs. Standalone Monitoring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contact, referrals from other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expertise with 500+ applications and registrations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Avvo 10.0 rating, AV Preeminent Martindale-Hubbell rating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industry producers, directors, actors, musicians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expertise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glossary content marketing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 with integrated electronics technology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applications requiring force, pressure, acceleration measurement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measurement technology for industrial applications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eso GmbH merged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pages, landing pages, consultative sales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 with IntelliGate digital sensor technology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molding manufacturers seeking efficiency gains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solutions for injection molding innovation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contact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pages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expertise with 500+ applications and registrations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 with integrated electronics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 with IntelliGate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Avvo 10.0 rating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industry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applications requiring force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Injection molding manufacturers seeking efficiency gains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expertise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 measurement technology for industrial applications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solutions for injection molding innovation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eso GmbH merged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2026-04-13T14:39:49Z</dcterms:created>
  <dcterms:modified xsi:type="dcterms:W3CDTF">2026-04-13T14:39:49Z</dcterms:modified>
</cp:coreProperties>
</file>