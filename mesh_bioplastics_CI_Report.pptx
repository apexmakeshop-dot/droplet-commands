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Science Innovation (Sustainability Focus)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Process Digitalization (AI Integration)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portfolio management, entertainment law, music rights clearance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musicians, publishers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law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 tools, industry partnerships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force/pressure/acceleration measurement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applications, traffic monitoring, vibration/shock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solutions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2021 eso GmbH merged with Kistler Instrumente GmbH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content on lighting and injection molding optimization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digital sensor technology, flow control for injection molding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Sophisticated hot runner solutions for advanced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 tools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Educational content on lighting and injection molding optimization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portfolio management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law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solutions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Sophisticated hot runner solutions for advanced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2021 eso GmbH merged with Kistler Instrumente GmbH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 of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2026-04-13T14:38:16Z</dcterms:created>
  <dcterms:modified xsi:type="dcterms:W3CDTF">2026-04-13T14:38:16Z</dcterms:modified>
</cp:coreProperties>
</file>