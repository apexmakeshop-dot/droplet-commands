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Intelligence Automation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trademark clients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counsel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website content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accelerometers, speed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needing force, pressure,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and sensor solutions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acquired 2017, merged with Kistler Instrumente GmbH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content, product education pages, case studies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intelligent flow control, IntelliGate sensor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and quality improvement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and flow control for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IntelliGate Hot Runner product launch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Website content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needing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and quality improvement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counsel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and sensor solutions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and flow control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acquired 2017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IntelliGate Hot Runner product launch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2026-04-13T14:36:48Z</dcterms:created>
  <dcterms:modified xsi:type="dcterms:W3CDTF">2026-04-13T14:36:48Z</dcterms:modified>
</cp:coreProperties>
</file>