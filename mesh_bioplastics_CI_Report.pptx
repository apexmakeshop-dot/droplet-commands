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Science Innovation vs. Process Equipment Focus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Intelligence vs. Standalone Functionality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USA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and entertainment law specialization with 500+ applications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professionals, trademark applicants, music rights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expertise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direct website content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and vibration monitoring applications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solutions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Educational content, product demonstrations, consultative approach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IntelliGate hot runner with digital sensors, flow control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 seeking efficiency improvements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Innovative hot runner systems for injection molding efficiency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Educational content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and entertainment law specialization with 500+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IntelliGate hot runner with digital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professionals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and vibration monitoring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 seeking efficiency improvements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expertise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solutions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Innovative hot runner systems for injection molding efficiency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2026-04-13T14:41:50Z</dcterms:created>
  <dcterms:modified xsi:type="dcterms:W3CDTF">2026-04-13T14:41:50Z</dcterms:modified>
</cp:coreProperties>
</file>