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vs. Equipment/Process Innovation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Focus vs. Technical Performance Focus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attorney referrals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registration,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500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attorneys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law and entertainment legal services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industrial direct sales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measurement, vibration monitoring, force measurement applications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eso GmbH into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consultative sales, product education content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development history, long-standing customer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manufacturers, mold designers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Mold a better tomorrow with advanced hot runner solutions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consultative sales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registration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500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development history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law and entertainment legal 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Mold a better tomorrow with advanced hot runner solutions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Merged eso GmbH into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2026-04-13T14:40:50Z</dcterms:created>
  <dcterms:modified xsi:type="dcterms:W3CDTF">2026-04-13T14:40:50Z</dcterms:modified>
</cp:coreProperties>
</file>