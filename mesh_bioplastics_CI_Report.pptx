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Sustainability Integration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Intelligence Sophistication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portfolio management, entertainment law, music rights clearance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technical content marketing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accelerometers, vibration measurement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measurement and testing applications requiring vibration analysis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sensor technology for precise industrial measurement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2021 eso GmbH merged into Kistler Instrumente GmbH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marketing, product education, case studies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IntelliGate hot runner with digital sensors, flow control technology, 50+ years development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seeking efficiency gains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 enabling material savings and cycle time reduction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IntelliGate Hot Runner with digital sensor technology launched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marketing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portfolio management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IntelliGate hot runner with digital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measurement and testing applications requiring vibration 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seeking efficiency gains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sensor technology for precise industrial measurement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 enabling material savings and cycle time reduction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2021 eso GmbH merged into Kistler Instrumente GmbH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IntelliGate Hot Runner with digital sensor technology launched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2026-04-13T14:43:49Z</dcterms:created>
  <dcterms:modified xsi:type="dcterms:W3CDTF">2026-04-13T14:43:49Z</dcterms:modified>
</cp:coreProperties>
</file>