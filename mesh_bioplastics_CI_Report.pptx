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vs. Equipment/Process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(embedded AI) vs. Standalone Tooling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attorney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expertise with 500+ applications and registrations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industry partnerships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 for force, pressure, acceleration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precision measurement technology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fully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product consultations, industry partnerships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with 50+ years development, advanced flow control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and quality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 hot runner solutions for injection molding efficiency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expertise with 500+ applications and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 for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with 50+ years development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precision measurement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and quality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Innovative hot runner solutions for injection molding efficiency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fully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2026-04-13T14:43:19Z</dcterms:created>
  <dcterms:modified xsi:type="dcterms:W3CDTF">2026-04-13T14:43:19Z</dcterms:modified>
</cp:coreProperties>
</file>