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(Bio-based vs. Conventional)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Intelligence Integration (Embedded vs. Bolt-on)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attorney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Trademark, copyright, and entertainment law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force sensors, accelerometers sections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industrial applications users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technology for force, pressure, acceleration sensors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education, application-specific solutions pages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flow control, IntelliGate sequential molding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developing hot runner technology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worldwide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and flow control technology leadership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education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developing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industrial applications users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worldwide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 technology for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and flow control technology leadership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2026-04-13T14:42:50Z</dcterms:created>
  <dcterms:modified xsi:type="dcterms:W3CDTF">2026-04-13T14:42:50Z</dcterms:modified>
</cp:coreProperties>
</file>