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Innovation vs. Process Innovation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vs. Hardware-First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applications, copyright, entertainment law services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trademark applications and registrations credited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producers, directors, actors, musicians, IP holders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online catalog navigation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sensors, force sensors, accelerometers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requiring force and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Acquired eso GmbH in 2017;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pages, landing pages, consultative sales approach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systems, IntelliGate digital sensor technology, flow control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Long-standing customer relationships, 50+ years experience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Plastics 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hot runner solutions to improve injection molding productivity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500+ trademark applications and registrations credited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Long-standing customer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requiring force and acceleration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Plastics 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hot runner solutions to improve injection molding productivity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Acquired eso GmbH in 2017;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2026-04-13T14:44:20Z</dcterms:created>
  <dcterms:modified xsi:type="dcterms:W3CDTF">2026-04-13T14:44:20Z</dcterms:modified>
</cp:coreProperties>
</file>