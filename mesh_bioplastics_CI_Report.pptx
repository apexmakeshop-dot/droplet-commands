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(Sustainability Focus)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Intelligence Integration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professional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registration,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musicians, trademark applicants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intellectual property and entertainment law services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technical content, glossary resources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measurement, vibration monitoring, quality control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piezoelectric sensor measurement technology solutions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education, technical solutions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of customer relationships, proven technology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hot runner and flow control technology innovation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registration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of customer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Comprehensive intellectual property and entertainment law services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piezoelectric sensor measurement technology solutions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 hot runner and flow control technology innovation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2026-04-13T14:39:12Z</dcterms:created>
  <dcterms:modified xsi:type="dcterms:W3CDTF">2026-04-13T14:39:12Z</dcterms:modified>
</cp:coreProperties>
</file>