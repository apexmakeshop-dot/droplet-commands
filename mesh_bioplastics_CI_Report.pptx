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vs. Process Equipment Focus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AI Automation vs. Standalone Measurement/Control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and copyright legal services with 500+ registrations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directors, actors, musicians, authors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expertise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online content marketing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and vibration monitoring applications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2021 eso GmbH fully merged with Kistler Instrumente GmbH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marketing, product education pages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digital sensor technology, flow control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 seeking efficiency gains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hot runner solutions for injection molding innovation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marketing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and copyright legal services with 500+ registrations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and vibration monitoring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 seeking efficiency gains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expertise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hot runner solutions for injection molding innovation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2021 eso GmbH fully merged with Kistler Instrumente GmbH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 of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2026-04-13T14:38:44Z</dcterms:created>
  <dcterms:modified xsi:type="dcterms:W3CDTF">2026-04-13T14:38:44Z</dcterms:modified>
</cp:coreProperties>
</file>