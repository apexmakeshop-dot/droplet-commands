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Equipment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Integration vs. Performance Specialization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USA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professional referrals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industry, musicians, producers, trademark holders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law and entertainment legal services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technical documentation, B2B marketing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vibration monitoring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marketing, technical solutions, case studies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flow control, IntelliGate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of customer relationships, consultative approach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improvements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hot runner solutions for injection molding innovation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of customer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vibration monitoring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improvements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law and entertainment legal services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hot runner solutions for injection molding innovation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2026-04-13T14:34:49Z</dcterms:created>
  <dcterms:modified xsi:type="dcterms:W3CDTF">2026-04-13T14:34:49Z</dcterms:modified>
</cp:coreProperties>
</file>