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286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Bioplastics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060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4663440"/>
            <a:ext cx="8979408" cy="480060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Stratledger Advisory | 2026-04-13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41248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Mesh Bioplastics and their market position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4592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373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Framework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192024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11 KPIs used to evaluate every competitor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28600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28600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77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56032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4-quadrant positioning of all identified competitors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9260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175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Deep Dives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20040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profile per competitor across all 11 KPIs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56616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56616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576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Comparison Matrix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8404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benchmarking across the competitive set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20624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20624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2976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251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44805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findings and opportunities to exploit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CLIENT PROFILE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914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Bioplastics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5029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[✉ info@meshbioplastics.com](mailto:info@meshbioplastics.com) [☎ +353 87 7654 771](tel:+353877654771)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**Industrial** **AI** &amp; Manufacturing Optimisation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Meet us at MedTech Expo 2026 - Booth B14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[Learn more →](https://meshbioplastics.com/#)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Revolutionising the future of plastic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High-performance, biodegradable materials designed for a circular future.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AI-powered precision manufacturing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data and automation to improve quality, reduce waste, and support sustainability.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Let's bui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DIFFERENTIATOR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624328"/>
            <a:ext cx="5029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697480"/>
            <a:ext cx="45720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974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777240"/>
            <a:ext cx="3063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868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SCORES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75/100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0" y="1664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Sustainability Integration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75/100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2487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Intelligence Automation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INTELLIGENCE FRAMEWORK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777240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235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822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Growth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06984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revenue, YoY trajectory, market momentum signals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435608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435608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819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14813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17282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 of TAM vs client and other players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093976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093976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402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21396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 &amp; 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23865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Tiers, packaging, discount posture, and target margin signals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752344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752344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9864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27980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&amp; Acquisition Channels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" y="3044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Paid, SEO, partnerships, outbound — and relative investment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410712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410712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5701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456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Feature Diff.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6968" y="37033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 gap analysis vs the client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069080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069080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21538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6968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 Signals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36168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proxies, G2/Trustpilot reviews, churn indicators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777240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777240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9235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76088" y="822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&amp; Hiring Velocity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76088" y="106984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trends, open roles, departmental growth signals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1435608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435608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5819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76088" y="14813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&amp; Burn Rate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76088" y="17282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history, total capital, implied runway and threat level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2093976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2093976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2402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76088" y="21396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&amp; Target Segment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76088" y="23865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Firmographic and persona overlap with client's ICP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2752344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2752344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89864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76088" y="27980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&amp; Positioning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76088" y="3044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value proposition, tagline, and strategic intent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3410712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0600" y="3410712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355701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76088" y="3456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News &amp; Developments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76088" y="37033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releases, product launches, partnerships, leadership changes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COMPETITIVE LANDSCAPE 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777240"/>
            <a:ext cx="3291840" cy="192024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777240"/>
            <a:ext cx="3291840" cy="1920240"/>
          </a:xfrm>
          <a:prstGeom prst="rect">
            <a:avLst/>
          </a:prstGeom>
          <a:solidFill>
            <a:srgbClr val="EFF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697480"/>
            <a:ext cx="32918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2697480"/>
            <a:ext cx="3291840" cy="1920240"/>
          </a:xfrm>
          <a:prstGeom prst="rect">
            <a:avLst/>
          </a:prstGeom>
          <a:solidFill>
            <a:srgbClr val="F9F5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868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868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THREATS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PERIPHERAL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2788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LIST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777240"/>
            <a:ext cx="0" cy="384048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97280" y="2697480"/>
            <a:ext cx="6583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97280" y="68580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HIGH 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" y="463600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LOW 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288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LOW LOW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26680" y="2560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HIGH ►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07024" y="1609344"/>
            <a:ext cx="256032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59552" y="18836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Bioplastics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79392" y="2587752"/>
            <a:ext cx="219456" cy="219456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13632" y="28254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rjg.com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79392" y="2587752"/>
            <a:ext cx="219456" cy="219456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3632" y="28254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kistler.com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79392" y="2587752"/>
            <a:ext cx="219456" cy="219456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13632" y="28254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synventive.com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0" y="914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55280" y="1143000"/>
            <a:ext cx="164592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11430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Company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973568" y="1389888"/>
            <a:ext cx="146304" cy="146304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13716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COMPETITOR 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rjg.com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Emeryville, California, United States | https://www.rjg.com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73152"/>
            <a:ext cx="109728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09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50/100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329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046720" y="73152"/>
            <a:ext cx="91440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023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Revenue &amp;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Market Share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Pricing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pricing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CAC &amp; Channels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contact, referrals from other attorneys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Product Diff.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Trademark, copyright, entertainment law with 500+ applications handled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Retention Signals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544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Headcount &amp; Hiring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Funding &amp; Runway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ICP &amp; Segment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 producers, directors, musicians, authors, trademark applicants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Messaging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property and entertainment law services expertise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Latest News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recent news found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COMPETITOR 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kistler.com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Sindelfingen, Germany | https://www.kistler.com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73152"/>
            <a:ext cx="109728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09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50/100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329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046720" y="73152"/>
            <a:ext cx="91440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023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Revenue &amp;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Market Share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Pricing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pricing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CAC &amp; Channels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product finders, industry verticals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Product Diff.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IEPE piezoelectric sensors, force sensors, accelerometers for measurement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Retention Signals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544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Headcount &amp; Hiring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Funding &amp; Runway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ICP &amp; Segment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measurement, automotive, vibration monitoring applications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Messaging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sensor measurement technology for industrial applications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Latest News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GmbH merged with Kistler Instrumente GmbH in March 2021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COMPETITOR 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synventive.com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| https://www.synventive.com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73152"/>
            <a:ext cx="109728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09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50/100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329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046720" y="73152"/>
            <a:ext cx="91440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023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Revenue &amp;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Market Share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leading manufacturer of hot runner systems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Pricing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pricing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CAC &amp; Channels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content marketing, product demonstrations, consultative sales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Product Diff.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runner systems, IntelliGate digital sensor technology, flow control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Retention Signals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544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Headcount &amp; Hiring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Funding &amp; Runway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ICP &amp; Segment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molding manufacturers, plastics processors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Messaging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Sophisticated hot runner solutions for injection molding innovation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Latest News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IntelliGate Hot Runner product launch with digital sensor technology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KPI COMPARISON MATRIX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713232"/>
          <a:ext cx="8549640" cy="4114800"/>
        </p:xfrm>
        <a:graphic>
          <a:graphicData uri="http://schemas.openxmlformats.org/drawingml/2006/table">
            <a:tbl>
              <a:tblPr/>
              <a:tblGrid>
                <a:gridCol w="1709928"/>
                <a:gridCol w="1709928"/>
                <a:gridCol w="1709928"/>
                <a:gridCol w="1709928"/>
                <a:gridCol w="1709928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Mesh Bioplastics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rjg.com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kistler.com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synventive.com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&amp; Growth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Share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Emerging — unique 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World's leading manufacturer of hot runner systems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Opaque pricing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Opaque pricing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Opaque pricing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 &amp; Channels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enterprise / partner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contact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 product finders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 content marketing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Diff.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VariControl + bioplastics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Trademark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IEPE piezoelectric sensors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 runner systems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Co-dev creates lock-in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Pre-seed / seeking raise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ICP &amp; 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 + industrial MFG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Entertainment producers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Industrial measurement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Injection molding manufacturers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+ sustainability platform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Intellectual property and entertainment law services expertise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 sensor measurement technology for industrial applications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Sophisticated hot runner solutions for injection molding innovation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News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recent news found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eso GmbH merged with Kistler Instrumente GmbH in March 2021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IntelliGate Hot Runner product launch with digital sensor technology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STRATEGIC RECOMMENDATIONS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749808"/>
            <a:ext cx="2788920" cy="3931920"/>
          </a:xfrm>
          <a:prstGeom prst="rect">
            <a:avLst/>
          </a:prstGeom>
          <a:solidFill>
            <a:srgbClr val="EFF8F0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749808"/>
            <a:ext cx="278892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04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4408" y="749808"/>
            <a:ext cx="2788920" cy="3931920"/>
          </a:xfrm>
          <a:prstGeom prst="rect">
            <a:avLst/>
          </a:prstGeom>
          <a:solidFill>
            <a:srgbClr val="FDF0F0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749808"/>
            <a:ext cx="2788920" cy="38404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804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6208" y="749808"/>
            <a:ext cx="2788920" cy="393192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749808"/>
            <a:ext cx="2788920" cy="38404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804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intelligence for B2B sales teams.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about this report? Contact your Stratledger advisor.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Stratledger Competitive Intelligence — Mesh Bioplastics</dc:title>
  <dc:subject>PptxGenJS Presentation</dc:subject>
  <dc:creator>PptxGenJS</dc:creator>
  <cp:lastModifiedBy>PptxGenJS</cp:lastModifiedBy>
  <cp:revision>1</cp:revision>
  <dcterms:created xsi:type="dcterms:W3CDTF">2026-04-13T14:34:21Z</dcterms:created>
  <dcterms:modified xsi:type="dcterms:W3CDTF">2026-04-13T14:34:21Z</dcterms:modified>
</cp:coreProperties>
</file>