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Equipment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Integration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USA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industry, music, film, publishing professionals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for entertainment and media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direct website navigation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of eso GmbH indicates market expansion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precision measurement technology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pages, landing pages, consultative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flow control, IntelliGate sensor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developing hot runner technology, long-standing customer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and flow control for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IntelliGate Hot Runner product launch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Acquisition of eso GmbH indicates market expansion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developing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precision measurement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for entertainment and 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and flow control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IntelliGate Hot Runner product launch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2026-04-13T14:37:18Z</dcterms:created>
  <dcterms:modified xsi:type="dcterms:W3CDTF">2026-04-13T14:37:18Z</dcterms:modified>
</cp:coreProperties>
</file>