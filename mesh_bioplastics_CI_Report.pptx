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Equipment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vs. Standalone Tooling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reputation-based (Avvo, Martindale-Hubbell ratings)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to credit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counsel services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online catalog, direct website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vibration monitoring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sensors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pages, consultative approach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flow control, IntelliGate digital sensors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experience, long-standing customer relationships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worldwide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solutions to improve injection molding efficiency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IntelliGate Hot Runner with digital sensor technology launched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to credit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experience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vibration monitoring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worldwide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counsel services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sensors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solutions to improve injection molding efficiency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IntelliGate Hot Runner with digital sensor technology launched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2026-04-13T14:33:53Z</dcterms:created>
  <dcterms:modified xsi:type="dcterms:W3CDTF">2026-04-13T14:33:53Z</dcterms:modified>
</cp:coreProperties>
</file>