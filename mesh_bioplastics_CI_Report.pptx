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4572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2860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600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INTELLIGENCE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11480" y="196596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1148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1148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ANALYSED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0604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60604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EVALUATED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80060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800600" y="36118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64592" y="4663440"/>
            <a:ext cx="8979408" cy="480060"/>
          </a:xfrm>
          <a:prstGeom prst="rect">
            <a:avLst/>
          </a:prstGeom>
          <a:solidFill>
            <a:srgbClr val="162840"/>
          </a:solidFill>
          <a:ln w="12700">
            <a:solidFill>
              <a:srgbClr val="1628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47091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Stratledger Advisory | 2026-04-13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0" y="47091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1480" y="822960"/>
            <a:ext cx="841248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0058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0972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0515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Profile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2801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 of Mesh Bioplastics and their market position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164592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4592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73736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169164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Framework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192024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11 KPIs used to evaluate every competitor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11480" y="228600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28600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37744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233172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Competitive Landscape Map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256032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4-quadrant positioning of all identified competitors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" y="292608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92608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301752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297180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Deep Dives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320040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profile per competitor across all 11 KPIs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11480" y="356616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56616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65760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005840" y="36118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Comparison Matrix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005840" y="384048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Side-by-side benchmarking across the competitive set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4206240"/>
            <a:ext cx="84124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206240"/>
            <a:ext cx="502920" cy="530352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97680"/>
            <a:ext cx="502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005840" y="42519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Recommendations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005840" y="4480560"/>
            <a:ext cx="75895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findings and opportunities to exploit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09728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| CLIENT PROFILE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200400" y="9144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11480" y="822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OVERVIEW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111556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34440"/>
            <a:ext cx="5029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[✉ info@meshbioplastics.com](mailto:info@meshbioplastics.com) [☎ +353 87 7654 771](tel:+353877654771)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**Industrial** **AI** &amp; Manufacturing Optimisation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📅 Meet us at MedTech Expo 2026 - Booth B14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[Learn more →](https://meshbioplastics.com/#)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Revolutionising the future of plastic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High-performance, biodegradable materials designed for a circular future.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AI-powered precision manufacturing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data and automation to improve quality, reduce waste, and support sustainability.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 Let's bui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233172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STATED DIFFERENTIATOR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11480" y="2624328"/>
            <a:ext cx="5029200" cy="36576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2697480"/>
            <a:ext cx="45720" cy="9144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6974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760720" y="777240"/>
            <a:ext cx="3063240" cy="1920240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0" y="86868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POSITIONING SCORES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943600" y="123444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5943600" y="16642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Sustainability Integration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43600" y="2057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75/100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943600" y="24871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 Intelligence Automation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| INTELLIGENCE FRAMEWORK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Growth Rate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Absolute revenue, YoY trajectory, market momentum signals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8696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Share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8696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of TAM vs client and other players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1148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696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Model &amp; Structure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8696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Tiers, packaging, discount posture, and target margin signals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1148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8696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 &amp; Acquisition Channels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8696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Paid, SEO, partnerships, outbound — and relative investment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1148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/ Feature Diff.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8696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 gap analysis vs the client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1480" y="406908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1480" y="406908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421538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86968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Retention Signals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36168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NPS proxies, G2/Trustpilot reviews, churn indicators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800600" y="777240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00600" y="777240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00600" y="923544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276088" y="82296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Headcount &amp; Hiring Velocity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276088" y="1069848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 trends, open roles, departmental growth signals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00600" y="1435608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1435608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1581912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276088" y="1481328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Funding &amp; Burn Rate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276088" y="1728216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history, total capital, implied runway and threat level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00600" y="2093976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00600" y="2093976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00600" y="2240280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276088" y="2139696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ICP &amp; Target Segment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76088" y="2386584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Firmographic and persona overlap with client's ICP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00600" y="2752344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00600" y="2752344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2898648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76088" y="2798064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Messaging &amp; Positioning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5276088" y="3044952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Homepage value proposition, tagline, and strategic intent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800600" y="3410712"/>
            <a:ext cx="4160520" cy="566928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800600" y="3410712"/>
            <a:ext cx="384048" cy="56692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00600" y="3557016"/>
            <a:ext cx="3840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276088" y="3456432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Latest News &amp; Developments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5276088" y="3703320"/>
            <a:ext cx="3566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Press releases, product launches, partnerships, leadership changes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| COMPETITIVE LANDSCAPE MAP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97280" y="777240"/>
            <a:ext cx="3291840" cy="192024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389120" y="777240"/>
            <a:ext cx="3291840" cy="192024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697480"/>
            <a:ext cx="329184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389120" y="2697480"/>
            <a:ext cx="3291840" cy="1920240"/>
          </a:xfrm>
          <a:prstGeom prst="rect">
            <a:avLst/>
          </a:prstGeom>
          <a:solidFill>
            <a:srgbClr val="F9F5E8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480560" y="8686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THREATS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8872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PERIPHERAL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480560" y="278892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 LIST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389120" y="777240"/>
            <a:ext cx="0" cy="384048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097280" y="2697480"/>
            <a:ext cx="658368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97280" y="685800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HIGH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97280" y="4636008"/>
            <a:ext cx="6583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LOW ▼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82880" y="25603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◄ LOW LOW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7726680" y="256032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HIGH ►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907024" y="1609344"/>
            <a:ext cx="256032" cy="25603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559552" y="1883664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Mesh Bioplastics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279392" y="2587752"/>
            <a:ext cx="219456" cy="219456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913632" y="2825496"/>
            <a:ext cx="1005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7955280" y="91440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LEGEND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955280" y="1143000"/>
            <a:ext cx="164592" cy="164592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83880" y="11430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Company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73568" y="1389888"/>
            <a:ext cx="146304" cy="146304"/>
          </a:xfrm>
          <a:prstGeom prst="ellipse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183880" y="1371600"/>
            <a:ext cx="7315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rjg.com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Emeryville, California, United States | https://www.rjg.com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client relationships, referrals from other attorneys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Trademark registration expertise with 500+ applications and registrations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Entertainment industry producers, directors, actors, musicians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Intellectual property and entertainment law expertise for creative industries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recent news found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kistler.com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Sindelfingen, Germany | https://www.kistler.com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finder, industry-specific product pages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IEPE piezoelectric sensors with integrated electronics for industrial measurement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 manufacturers using force, pressure, acceleration measurement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measurement technology for industrial applications and road safety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Merged eso GmbH with Kistler Instrumente GmbH in March 2021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731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| COMPETITOR DEEP DIVE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3200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synventive.com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0" y="109728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| https://www.synventive.com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858000" y="73152"/>
            <a:ext cx="109728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10972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50/100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0" y="329184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8046720" y="73152"/>
            <a:ext cx="914400" cy="5029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201168"/>
            <a:ext cx="914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046720" y="402336"/>
            <a:ext cx="914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THREAT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7432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Revenue &amp; Growth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Market Share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6576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World's leading manufacturer of hot runner systems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Pricing Model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6576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Opaque pricing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CAC &amp; Channels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6576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pages, consultative approach, industry-specific solutions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7432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Product Diff.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systems with digital sensor technology for injection molding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427024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431596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Retention Signals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4544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663440" y="749808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54880" y="795528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Headcount &amp; Hiring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63440" y="1453896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54880" y="1499616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Funding &amp; Runway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172821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663440" y="2157984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54880" y="2203704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ICP &amp; Segment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754880" y="2432304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molding manufacturers seeking efficiency and quality improvements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663440" y="2862072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754880" y="2907792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Messaging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4754880" y="3136392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 runner solutions and flow control technology for injection molding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663440" y="3566160"/>
            <a:ext cx="4206240" cy="621792"/>
          </a:xfrm>
          <a:prstGeom prst="rect">
            <a:avLst/>
          </a:prstGeom>
          <a:solidFill>
            <a:srgbClr val="F5F5F5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54880" y="3611880"/>
            <a:ext cx="3931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D35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Latest News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754880" y="3840480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Launched new IntelliGate Hot Runner with digital sensor technology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| KPI COMPARISON MATRIX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92608" y="713232"/>
          <a:ext cx="8549640" cy="4114800"/>
        </p:xfrm>
        <a:graphic>
          <a:graphicData uri="http://schemas.openxmlformats.org/drawingml/2006/table">
            <a:tbl>
              <a:tblPr/>
              <a:tblGrid>
                <a:gridCol w="1709928"/>
                <a:gridCol w="1709928"/>
                <a:gridCol w="1709928"/>
                <a:gridCol w="1709928"/>
                <a:gridCol w="1709928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D4AF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Mesh Bioplastics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rjg.com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kistler.com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synventive.com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3557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&amp; Growth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Market Share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Emerging — unique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World's leading manufacturer of hot runner systems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Opaque pricing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CAC &amp; Channels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enterprise / partner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 client relationships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finder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pages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Diff.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VariControl + bioplastics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Trademark registration expertise with 500+ applications and registrations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IEPE piezoelectric sensors with integrated electronics for industrial measurement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systems with digital sensor technology for injection molding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Retention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Co-dev creates lock-in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Early stage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Pre-seed / seeking raise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ICP &amp; Segment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Healthcare + industrial MFG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Entertainment industry producers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manufacturers using force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Injection molding manufacturers seeking efficiency and quality improvements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Messaging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+ sustainability 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Intellectual property and entertainment law expertise for creative industries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Precision measurement technology for industrial applications and road safety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 runner solutions and flow control technology for injection molding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Latest News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recent news found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Merged eso GmbH with Kistler Instrumente GmbH in March 2021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Launched new IntelliGate Hot Runner with digital sensor technology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64592" y="0"/>
            <a:ext cx="8979408" cy="640080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164592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| STRATEGIC RECOMMENDATIONS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" y="749808"/>
            <a:ext cx="2788920" cy="3931920"/>
          </a:xfrm>
          <a:prstGeom prst="rect">
            <a:avLst/>
          </a:prstGeom>
          <a:solidFill>
            <a:srgbClr val="EFF8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749808"/>
            <a:ext cx="278892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64408" y="749808"/>
            <a:ext cx="2788920" cy="3931920"/>
          </a:xfrm>
          <a:prstGeom prst="rect">
            <a:avLst/>
          </a:prstGeom>
          <a:solidFill>
            <a:srgbClr val="FDF0F0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64408" y="749808"/>
            <a:ext cx="2788920" cy="384048"/>
          </a:xfrm>
          <a:prstGeom prst="rect">
            <a:avLst/>
          </a:prstGeom>
          <a:solidFill>
            <a:srgbClr val="CC3333"/>
          </a:solidFill>
          <a:ln w="12700">
            <a:solidFill>
              <a:srgbClr val="CC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558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6208" y="749808"/>
            <a:ext cx="2788920" cy="3931920"/>
          </a:xfrm>
          <a:prstGeom prst="rect">
            <a:avLst/>
          </a:prstGeom>
          <a:solidFill>
            <a:srgbClr val="F0F4FF"/>
          </a:solidFill>
          <a:ln w="12700">
            <a:solidFill>
              <a:srgbClr val="CCCCC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36208" y="749808"/>
            <a:ext cx="2788920" cy="384048"/>
          </a:xfrm>
          <a:prstGeom prst="rect">
            <a:avLst/>
          </a:prstGeom>
          <a:solidFill>
            <a:srgbClr val="1D3557"/>
          </a:solidFill>
          <a:ln w="12700">
            <a:solidFill>
              <a:srgbClr val="1D35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804672"/>
            <a:ext cx="2606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484632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 ADVISORY |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3716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ADVISORY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0" y="2377440"/>
            <a:ext cx="2743200" cy="4572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560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Precision intelligence for B2B sales teams.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3017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BB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about this report? Contact your Stratledger advisor.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1148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4AF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stratledger.com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Stratledger Competitive Intelligence — Mesh Bioplastics</dc:title>
  <dc:subject>PptxGenJS Presentation</dc:subject>
  <dc:creator>PptxGenJS</dc:creator>
  <cp:lastModifiedBy>PptxGenJS</cp:lastModifiedBy>
  <cp:revision>1</cp:revision>
  <dcterms:created xsi:type="dcterms:W3CDTF">2026-04-13T14:40:19Z</dcterms:created>
  <dcterms:modified xsi:type="dcterms:W3CDTF">2026-04-13T14:40:19Z</dcterms:modified>
</cp:coreProperties>
</file>