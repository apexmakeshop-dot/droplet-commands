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Science Innovation vs. Process Equipment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AI Automation vs. Standalone Sensor/Monitoring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practice expertise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completed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professionals, trademark applicants, copyright holders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 with 500+ trademark registrations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direct website navigation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 for industrial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requiring force, pressure, acceleration measurement solutions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 with integrated electronics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fully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website, product pages, learning resources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intelligent hot runners, flow control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years developing hot runner technology, long-standing customer relationships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and quality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World-leading hot runner systems enabling material savings and cycle time reduction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website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completed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50+ years developing hot runner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professionals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requiring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and quality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 with 500+ trademark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 with integrated electronics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World-leading hot runner systems enabling material savings and cycle time reduction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fully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2026-04-13T14:44:50Z</dcterms:created>
  <dcterms:modified xsi:type="dcterms:W3CDTF">2026-04-13T14:44:50Z</dcterms:modified>
</cp:coreProperties>
</file>