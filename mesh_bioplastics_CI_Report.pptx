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Sustainability Integration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Intelligence Automation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client relationships, referrals from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Trademark, copyright, entertainment law expertise, 500+ applications managed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Avvo 10.0 rating, Martindale-Hubbell AV Preeminent recognition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producers, directors, actors, musicians, trademark applicants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services expertise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industry technical content, glossary resources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Piezoelectric sensors IEPE/ICP, force sensors, accelerometers, vibration measurement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Acquired eso GmbH in 2017, merged March 2021, global expansion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manufacturers, road safety monitoring, measurement technology sectors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technology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fully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landing pages, case studies, consultative sales approach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IntelliGate with digital sensors, flow control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years innovation history, long-standing customer relationships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molding manufacturers, plastic processing, multi-component applications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hot runner systems enabling efficient injection molding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client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landing pages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Piezoelectric sensors IEPE/ICP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Avvo 10.0 rating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Acquired eso GmbH in 2017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50+ years innovation history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manufacturers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molding manufacturers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services expertise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technology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hot runner systems enabling efficient injection molding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fully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2026-04-13T14:45:21Z</dcterms:created>
  <dcterms:modified xsi:type="dcterms:W3CDTF">2026-04-13T14:45:21Z</dcterms:modified>
</cp:coreProperties>
</file>