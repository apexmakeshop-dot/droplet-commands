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Innovation vs. Process Innovation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 Focus vs. Performance Optimization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California, United States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client relationships, referrals from other attorneys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expertise with 500+ applications and registrations to credit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industry professionals, producers, directors, musicians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law specializing in trademark and copyright matters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Sindelfingen, Germany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 tools, technical documentation, glossary resources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sensors, force sensors, accelerometers for industrial measurement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manufacturers requiring precision force pressure acceleration measurement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measurement technology solutions for industrial applications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GmbH merged with Kistler Instrumente GmbH in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pages, technical learning resources, consultative approach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systems, flow control technology, IntelliGate digital sensor integration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Plastic injection molding manufacturers seeking efficiency and quality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hot runner solutions improving injection molding efficiency and profitability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of new IntelliGate Hot Runner with digital sensor technology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client relationships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 tools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pages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expertise with 500+ applications and registrations to credit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industry professionals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manufacturers requiring precision force pressure acceleration measurement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Plastic injection molding manufacturers seeking efficiency and quality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law specializing in trademark and copyright matters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 measurement technology solutions for industrial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 hot runner solutions improving injection molding efficiency and profitability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eso GmbH merged with Kistler Instrumente GmbH in March 2021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 of new IntelliGate Hot Runner with digital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2026-04-13T14:45:50Z</dcterms:created>
  <dcterms:modified xsi:type="dcterms:W3CDTF">2026-04-13T14:45:50Z</dcterms:modified>
</cp:coreProperties>
</file>