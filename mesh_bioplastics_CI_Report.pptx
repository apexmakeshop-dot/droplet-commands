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Sustainability Integration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Process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contact, professional referrals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applications, copyright, entertainment law expertise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trademark applications and registrations completed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producers, musicians, trademark portfolio holders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counsel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direct product sales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Acquired eso GmbH in 2017, merged March 2021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 technology users, automotive, manufacturing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sensors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Merged eso GmbH fully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education, hot runner solutions consultation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IntelliGate digital sensors, flow control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years developing hot runner technology, long-standing relationships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molding manufacturers, plastic part producers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solutions and flow control technology innovation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education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500+ trademark applications and registrations completed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Acquired eso GmbH in 2017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50+ years developing hot runner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 technology users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molding manufacturers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counsel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sensors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solutions and flow control technology innovation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Merged eso GmbH fully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2026-04-13T14:35:49Z</dcterms:created>
  <dcterms:modified xsi:type="dcterms:W3CDTF">2026-04-13T14:35:49Z</dcterms:modified>
</cp:coreProperties>
</file>